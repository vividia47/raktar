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EE0C19-71E4-9817-9ADE-4661754F4D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F5B530E0-DC59-5C53-539D-A97C02873D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97BE667-346E-CD8B-9629-79BBB6025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4E998-9E76-4C7F-A35E-56FD368BBB10}" type="datetimeFigureOut">
              <a:rPr lang="hu-HU" smtClean="0"/>
              <a:t>2026.09.20.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7FE00D8-9F62-75E5-D210-4DAD805E1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498C192-6063-CA07-BB1D-949F919FB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38257-3C65-43C6-9EF7-E8289425068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69116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9DD699A-C148-873E-1695-83A34D95F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B304020-CF65-CD18-F794-A3CFF91F27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4C7FAAA-DBAB-B5F7-6CF5-FB695B8EC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4E998-9E76-4C7F-A35E-56FD368BBB10}" type="datetimeFigureOut">
              <a:rPr lang="hu-HU" smtClean="0"/>
              <a:t>2026.09.20.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591BBA7-7C98-7E18-8157-CCD4049782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BBFF1AE-D63D-CEDA-45C9-68024C098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38257-3C65-43C6-9EF7-E8289425068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950841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BD4D8AB-CC34-49BA-F47D-49572378B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3DEBBCFF-8037-D0FD-5D23-DEF42C7FAD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9769BB0-D032-5C41-F97C-DF70CC75F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4E998-9E76-4C7F-A35E-56FD368BBB10}" type="datetimeFigureOut">
              <a:rPr lang="hu-HU" smtClean="0"/>
              <a:t>2026.09.20.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27A6339-8EC0-6AE8-C84D-EA6689C97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BA0E88CA-C087-D538-4F75-C749767FE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38257-3C65-43C6-9EF7-E8289425068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081037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F5B138A-93A5-A39F-D1EC-F79770448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36D66A4-EA9C-A1DF-61B9-79E948AAFC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3BAA61F8-B4F0-A7D0-B358-41239D7509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3EB542F9-357C-BE7F-8219-302BD2913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4E998-9E76-4C7F-A35E-56FD368BBB10}" type="datetimeFigureOut">
              <a:rPr lang="hu-HU" smtClean="0"/>
              <a:t>2026.09.20.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18E1AF1-F0FF-32B7-9833-C57327564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8A1D0726-B0A0-57A4-9E0B-A99348B08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38257-3C65-43C6-9EF7-E8289425068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55863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8BAD138-771B-B5DB-64F0-CDA2F7395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AE99A93-A8F1-D535-FEBF-BD0E584B6D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BDE3F710-B4E6-46A2-FE0E-1AD0511AC2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716199F9-51E0-D182-FF6A-14026ADEE5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3B3582F6-BBF2-425B-ED0D-B4C1DE065C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4A226EA7-DEAD-53A5-2156-4DAA7C52C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4E998-9E76-4C7F-A35E-56FD368BBB10}" type="datetimeFigureOut">
              <a:rPr lang="hu-HU" smtClean="0"/>
              <a:t>2026.09.20.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AECD5609-5D38-9519-59DD-66064DA10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7145C3B4-3CD5-1184-6C26-F9638D2C9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38257-3C65-43C6-9EF7-E8289425068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44929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052A0F5-CBF2-6C44-D4B3-84B981523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5C153F8E-3CD6-EEB9-F8F8-264D5C0C7F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4E998-9E76-4C7F-A35E-56FD368BBB10}" type="datetimeFigureOut">
              <a:rPr lang="hu-HU" smtClean="0"/>
              <a:t>2026.09.20.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8240A6F1-01E9-6CE2-48F9-E7F5F7A75F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CD060CF-6EC8-54E1-FA1A-39885427C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38257-3C65-43C6-9EF7-E8289425068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838293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398F43B0-6961-AF23-2689-6325E0685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4E998-9E76-4C7F-A35E-56FD368BBB10}" type="datetimeFigureOut">
              <a:rPr lang="hu-HU" smtClean="0"/>
              <a:t>2026.09.20.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69AAF0B4-605E-2E27-BE1E-B9C3A122D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B1CB633E-3525-B203-24FA-01554E2B0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38257-3C65-43C6-9EF7-E8289425068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40244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8C37E17-2368-A378-E5D7-CA1ACC60F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C6740C9-EE52-1355-0E6E-38B78E95F1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7182FE2-93AC-7127-F927-DD537F55F0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6C2263F9-63CA-61E0-45B3-DBC76820D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4E998-9E76-4C7F-A35E-56FD368BBB10}" type="datetimeFigureOut">
              <a:rPr lang="hu-HU" smtClean="0"/>
              <a:t>2026.09.20.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75194980-1859-F4B0-DB55-5AC4FDC85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2022D46-6447-0E9A-A079-EFF1BED68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38257-3C65-43C6-9EF7-E8289425068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743932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DCCE320-A45E-E688-6CD0-8A5137954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C34E9605-A087-7880-E243-49D824B57C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2ABF99C7-6AE7-9A3A-1F4D-09BF4624C5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ABB3FFA3-D806-74D5-BB7E-1092C17A3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4E998-9E76-4C7F-A35E-56FD368BBB10}" type="datetimeFigureOut">
              <a:rPr lang="hu-HU" smtClean="0"/>
              <a:t>2026.09.20.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CD1C85D-015F-68BD-B692-4278FF218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7F49F31-2C36-368D-FEAF-A5F390BC8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38257-3C65-43C6-9EF7-E8289425068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639331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50CE56C-640C-EE0F-7CF0-FA0C7D28B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C0F97CC5-403E-6C31-AD15-FE28FF948E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ADFE13B-B010-E683-E111-8E296899F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4E998-9E76-4C7F-A35E-56FD368BBB10}" type="datetimeFigureOut">
              <a:rPr lang="hu-HU" smtClean="0"/>
              <a:t>2026.09.20.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6CC8EE4-AAD3-BB4D-C100-8A01F22BC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2A71944-183D-C965-C68F-3D026C543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38257-3C65-43C6-9EF7-E8289425068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95110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E351368A-1F58-3E4E-5D73-D6B7414827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E2528BC2-9E34-ED51-60A1-27669352AE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4D311AC-62D2-7264-C5F4-EEB90F208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4E998-9E76-4C7F-A35E-56FD368BBB10}" type="datetimeFigureOut">
              <a:rPr lang="hu-HU" smtClean="0"/>
              <a:t>2026.09.20.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E8BD849-1A89-54FA-ECBC-77EA7D8B6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109D62E-FB80-2EEF-D69C-82DDECD2C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538257-3C65-43C6-9EF7-E8289425068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447365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AABC9C90-7ACC-4111-A690-C561DD6B0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363C6ACD-1DC4-9016-48B9-0D9933F1F5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A5C5519-43C3-B06B-5E76-29EC8DD46B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84E998-9E76-4C7F-A35E-56FD368BBB10}" type="datetimeFigureOut">
              <a:rPr lang="hu-HU" smtClean="0"/>
              <a:t>2026.09.20.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F4DCBA5-97F1-D791-E3B3-06EAA5B818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4D1A0EC-55DF-D7B0-1CE8-50D542C293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538257-3C65-43C6-9EF7-E8289425068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055567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4B0D3CA-94F4-CC73-328F-2D74C0F88F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hu-HU" b="1" dirty="0"/>
              <a:t>Raktárkezelő</a:t>
            </a:r>
            <a:br>
              <a:rPr lang="hu-HU" dirty="0"/>
            </a:br>
            <a:endParaRPr lang="hu-HU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6F094FC1-E71F-F9C8-0772-7338D7C1642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b="1" dirty="0"/>
              <a:t>Webalapú készletnyilvántartó és raktárkezelő rendszer</a:t>
            </a:r>
          </a:p>
          <a:p>
            <a:endParaRPr lang="hu-HU" dirty="0"/>
          </a:p>
          <a:p>
            <a:r>
              <a:rPr lang="hu-HU" dirty="0"/>
              <a:t>Készítette: </a:t>
            </a:r>
            <a:r>
              <a:rPr lang="hu-HU" dirty="0" err="1"/>
              <a:t>Tempfli</a:t>
            </a:r>
            <a:r>
              <a:rPr lang="hu-HU" dirty="0"/>
              <a:t> Vivien és Dobrocsi Zsolt</a:t>
            </a:r>
          </a:p>
        </p:txBody>
      </p:sp>
    </p:spTree>
    <p:extLst>
      <p:ext uri="{BB962C8B-B14F-4D97-AF65-F5344CB8AC3E}">
        <p14:creationId xmlns:p14="http://schemas.microsoft.com/office/powerpoint/2010/main" val="25651850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21AD8D3-1B40-0249-D6A2-858DDA2A2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program célja és felépítése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291B4C3-2DCC-E5CF-ED2F-FD245DED0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Elsődleges cél a mindennapi munka megkönnyítése egy vállalkozásnál, emellett a készletek védelme jogosulatlan felhasználás vagy elvétel megakadályozása érdekében, illetve a korábbi készletmozgások, aktuális leltár ellenőrzésének segítése.</a:t>
            </a:r>
          </a:p>
          <a:p>
            <a:r>
              <a:rPr lang="hu-HU" dirty="0"/>
              <a:t>A program lehetőséget biztosít arra, hogy egy adott raktár termékeit nyilvántartsuk, azok mozgásait rögzítsük. Az egyes raktári műveletek elvégzése csak megfelelő jogosultság birtokában lehetséges.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38855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7F00F15-CB8B-4737-B32B-CA4B24573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Az 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A08E3CD-B2E2-D9CD-9841-0B9A434626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Az adatbázis tervezés lépései</a:t>
            </a:r>
          </a:p>
          <a:p>
            <a:r>
              <a:rPr lang="hu-HU" dirty="0"/>
              <a:t>A termékek alap adatainak kezelése mellett, a korábban bemutatott célok megvalósítása érdekében három adattábla került felhasználásra. Ilyen a </a:t>
            </a:r>
            <a:r>
              <a:rPr lang="hu-HU" i="1" dirty="0"/>
              <a:t>felhasználók kezelésére szolgáló</a:t>
            </a:r>
            <a:r>
              <a:rPr lang="hu-HU" dirty="0"/>
              <a:t>, a </a:t>
            </a:r>
            <a:r>
              <a:rPr lang="hu-HU" i="1" dirty="0"/>
              <a:t>termékek nyilvántartását</a:t>
            </a:r>
            <a:r>
              <a:rPr lang="hu-HU" dirty="0"/>
              <a:t> biztosító és a </a:t>
            </a:r>
            <a:r>
              <a:rPr lang="hu-HU" i="1" dirty="0"/>
              <a:t>termékek történetét rögzítő</a:t>
            </a:r>
            <a:r>
              <a:rPr lang="hu-HU" dirty="0"/>
              <a:t> tábla.</a:t>
            </a:r>
          </a:p>
          <a:p>
            <a:r>
              <a:rPr lang="hu-HU" dirty="0"/>
              <a:t>A relációs adatbázis alkalmazásának előnye: legfőbb előny a hatékony és átlátható adattárolás, amely biztonságos hozzáférést biztosít azokhoz, ill. csökkenti az adatok ismétlődését</a:t>
            </a:r>
          </a:p>
          <a:p>
            <a:pPr marL="0" indent="0"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2344512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3BCB3C1-7423-5638-4BAD-846D14DF5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tárolt információk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6B2A21F-1E7B-1E71-6EBA-0593981576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dirty="0"/>
              <a:t>Az adatbázisok kialakításánál az adatbázisok méretének minimalizálása érdekében (ezzel csökkentve az adatbázisok méretét és növelve a működés sebességét) csak az előreláthatóan szükséges méretű változókat alkalmaztuk.</a:t>
            </a:r>
          </a:p>
          <a:p>
            <a:pPr marL="0" indent="0">
              <a:buNone/>
            </a:pPr>
            <a:r>
              <a:rPr lang="hu-HU" dirty="0"/>
              <a:t>A használt adattáblák:</a:t>
            </a:r>
          </a:p>
          <a:p>
            <a:pPr lvl="0"/>
            <a:r>
              <a:rPr lang="hu-HU" dirty="0"/>
              <a:t>kezelők adatai</a:t>
            </a:r>
          </a:p>
          <a:p>
            <a:pPr lvl="0"/>
            <a:r>
              <a:rPr lang="hu-HU" dirty="0"/>
              <a:t>termékek adatai</a:t>
            </a:r>
          </a:p>
          <a:p>
            <a:pPr lvl="0"/>
            <a:r>
              <a:rPr lang="hu-HU" dirty="0"/>
              <a:t>termékek készlet mozgási adatai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18113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60DA032-0CC2-83EC-64DA-18530853F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Felhasznált technológiák a szerver oldalon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6DCA8AF-120F-319A-31CF-857C19E702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 err="1"/>
              <a:t>MySQL</a:t>
            </a:r>
            <a:r>
              <a:rPr lang="hu-HU" dirty="0"/>
              <a:t>: Relációs adatbázis-kezelő rendszer; a </a:t>
            </a:r>
            <a:r>
              <a:rPr lang="hu-HU" dirty="0" err="1"/>
              <a:t>goods</a:t>
            </a:r>
            <a:r>
              <a:rPr lang="hu-HU" dirty="0"/>
              <a:t>, </a:t>
            </a:r>
            <a:r>
              <a:rPr lang="hu-HU" dirty="0" err="1"/>
              <a:t>users</a:t>
            </a:r>
            <a:r>
              <a:rPr lang="hu-HU" dirty="0"/>
              <a:t> és </a:t>
            </a:r>
            <a:r>
              <a:rPr lang="hu-HU" dirty="0" err="1"/>
              <a:t>history</a:t>
            </a:r>
            <a:r>
              <a:rPr lang="hu-HU" dirty="0"/>
              <a:t> táblák és a köztük lévő idegenkulcs-kapcsolatok tárolására szolgál.</a:t>
            </a:r>
          </a:p>
          <a:p>
            <a:r>
              <a:rPr lang="hu-HU" b="1" dirty="0"/>
              <a:t>ASP.NET </a:t>
            </a:r>
            <a:r>
              <a:rPr lang="hu-HU" b="1" dirty="0" err="1"/>
              <a:t>Core</a:t>
            </a:r>
            <a:r>
              <a:rPr lang="hu-HU" b="1" dirty="0"/>
              <a:t> Web API (.NET 10, C#)</a:t>
            </a:r>
            <a:r>
              <a:rPr lang="hu-HU" dirty="0"/>
              <a:t>: A backend futtatókörnyezete és keretrendszere; a REST végpontokat, az üzleti logikát és a hitelesítést valósítja meg.</a:t>
            </a:r>
          </a:p>
          <a:p>
            <a:r>
              <a:rPr lang="hu-HU" b="1" dirty="0"/>
              <a:t>JWT (JSON </a:t>
            </a:r>
            <a:r>
              <a:rPr lang="hu-HU" b="1" dirty="0" err="1"/>
              <a:t>WebToken</a:t>
            </a:r>
            <a:r>
              <a:rPr lang="hu-HU" b="1" dirty="0"/>
              <a:t>) hitelesítés</a:t>
            </a:r>
            <a:r>
              <a:rPr lang="hu-HU" dirty="0"/>
              <a:t>: A bejelentkezett felhasználó azonosítására és jogosultsági szintjének (szerepkörének) továbbítására szolgál a kliens és a szerver között, állapotmentes módon.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2406734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74D7ACC-DE39-40F9-3304-2A8A5791A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Backend és adatelérés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989F1F9-F958-C8DD-38B7-8130FCB61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hu-HU" b="1" dirty="0"/>
              <a:t>ASP.NET </a:t>
            </a:r>
            <a:r>
              <a:rPr lang="hu-HU" b="1" dirty="0" err="1"/>
              <a:t>Core</a:t>
            </a:r>
            <a:r>
              <a:rPr lang="hu-HU" b="1" dirty="0"/>
              <a:t> és </a:t>
            </a:r>
            <a:r>
              <a:rPr lang="hu-HU" b="1" dirty="0" err="1"/>
              <a:t>Entity</a:t>
            </a:r>
            <a:r>
              <a:rPr lang="hu-HU" b="1" dirty="0"/>
              <a:t> Framework </a:t>
            </a:r>
            <a:r>
              <a:rPr lang="hu-HU" b="1" dirty="0" err="1"/>
              <a:t>Core</a:t>
            </a:r>
            <a:r>
              <a:rPr lang="hu-HU" dirty="0"/>
              <a:t>: a backend ASP.NET </a:t>
            </a:r>
            <a:r>
              <a:rPr lang="hu-HU" dirty="0" err="1"/>
              <a:t>Core</a:t>
            </a:r>
            <a:r>
              <a:rPr lang="hu-HU" dirty="0"/>
              <a:t> Web	API-ként épül fel: ez a keretrendszer adja a HTTP-kiszolgálót, a kérések útvonalválasztását (</a:t>
            </a:r>
            <a:r>
              <a:rPr lang="hu-HU" dirty="0" err="1"/>
              <a:t>routing</a:t>
            </a:r>
            <a:r>
              <a:rPr lang="hu-HU" dirty="0"/>
              <a:t>) a vezérlők (</a:t>
            </a:r>
            <a:r>
              <a:rPr lang="hu-HU" dirty="0" err="1"/>
              <a:t>Controller</a:t>
            </a:r>
            <a:r>
              <a:rPr lang="hu-HU" dirty="0"/>
              <a:t>) felé,</a:t>
            </a:r>
          </a:p>
          <a:p>
            <a:r>
              <a:rPr lang="hu-HU" dirty="0"/>
              <a:t>valamint a backend ASP.NET </a:t>
            </a:r>
            <a:r>
              <a:rPr lang="hu-HU" dirty="0" err="1"/>
              <a:t>Core</a:t>
            </a:r>
            <a:r>
              <a:rPr lang="hu-HU" dirty="0"/>
              <a:t> </a:t>
            </a:r>
            <a:r>
              <a:rPr lang="hu-HU" b="1" dirty="0"/>
              <a:t>Web API-ként </a:t>
            </a:r>
            <a:r>
              <a:rPr lang="hu-HU" dirty="0"/>
              <a:t>épül fel: ez a keretrendszer adja a HTTP-kiszolgálót, a kérések útvonalválasztását (</a:t>
            </a:r>
            <a:r>
              <a:rPr lang="hu-HU" dirty="0" err="1"/>
              <a:t>routing</a:t>
            </a:r>
            <a:r>
              <a:rPr lang="hu-HU" dirty="0"/>
              <a:t>) a vezérlők (</a:t>
            </a:r>
            <a:r>
              <a:rPr lang="hu-HU" dirty="0" err="1"/>
              <a:t>Controller</a:t>
            </a:r>
            <a:r>
              <a:rPr lang="hu-HU" dirty="0"/>
              <a:t>) felé</a:t>
            </a:r>
          </a:p>
          <a:p>
            <a:r>
              <a:rPr lang="hu-HU" dirty="0"/>
              <a:t>az </a:t>
            </a:r>
            <a:r>
              <a:rPr lang="hu-HU" b="1" dirty="0" err="1"/>
              <a:t>Entity</a:t>
            </a:r>
            <a:r>
              <a:rPr lang="hu-HU" b="1" dirty="0"/>
              <a:t> Framework </a:t>
            </a:r>
            <a:r>
              <a:rPr lang="hu-HU" b="1" dirty="0" err="1"/>
              <a:t>Core</a:t>
            </a:r>
            <a:r>
              <a:rPr lang="hu-HU" b="1" dirty="0"/>
              <a:t> </a:t>
            </a:r>
            <a:r>
              <a:rPr lang="hu-HU" dirty="0"/>
              <a:t>ORM-ként azt teszi lehetővé, hogy az adatbázis-táblákat (</a:t>
            </a:r>
            <a:r>
              <a:rPr lang="hu-HU" dirty="0" err="1"/>
              <a:t>goods</a:t>
            </a:r>
            <a:r>
              <a:rPr lang="hu-HU" dirty="0"/>
              <a:t>, </a:t>
            </a:r>
            <a:r>
              <a:rPr lang="hu-HU" dirty="0" err="1"/>
              <a:t>users</a:t>
            </a:r>
            <a:r>
              <a:rPr lang="hu-HU" dirty="0"/>
              <a:t>, </a:t>
            </a:r>
            <a:r>
              <a:rPr lang="hu-HU" dirty="0" err="1"/>
              <a:t>history</a:t>
            </a:r>
            <a:r>
              <a:rPr lang="hu-HU" dirty="0"/>
              <a:t>) közönséges C# osztályokként (entitásokként) kezeljük, és a lekérdezéseket LINQ-kifejezésekkel írjuk meg SQL helyett - az EF </a:t>
            </a:r>
            <a:r>
              <a:rPr lang="hu-HU" dirty="0" err="1"/>
              <a:t>Core</a:t>
            </a:r>
            <a:r>
              <a:rPr lang="hu-HU" dirty="0"/>
              <a:t> fordítja ezeket a háttérben tényleges SQL-utasításokká.</a:t>
            </a:r>
          </a:p>
        </p:txBody>
      </p:sp>
    </p:spTree>
    <p:extLst>
      <p:ext uri="{BB962C8B-B14F-4D97-AF65-F5344CB8AC3E}">
        <p14:creationId xmlns:p14="http://schemas.microsoft.com/office/powerpoint/2010/main" val="1600192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04B2396-A00A-A5C8-75C5-C7844956C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Hitelesítés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8176408-5A91-9845-6952-DE1BCA47CE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hu-HU" b="1" dirty="0"/>
              <a:t>JWT és ASP.NET </a:t>
            </a:r>
            <a:r>
              <a:rPr lang="hu-HU" b="1" dirty="0" err="1"/>
              <a:t>Core</a:t>
            </a:r>
            <a:r>
              <a:rPr lang="hu-HU" b="1" dirty="0"/>
              <a:t> </a:t>
            </a:r>
            <a:r>
              <a:rPr lang="hu-HU" b="1" dirty="0" err="1"/>
              <a:t>Identity</a:t>
            </a:r>
            <a:endParaRPr lang="hu-HU" dirty="0"/>
          </a:p>
          <a:p>
            <a:r>
              <a:rPr lang="hu-HU" sz="2400" dirty="0"/>
              <a:t>A felhasználók azonosítására a projekt </a:t>
            </a:r>
            <a:r>
              <a:rPr lang="hu-HU" sz="2400" b="1" dirty="0"/>
              <a:t>JSON Web </a:t>
            </a:r>
            <a:r>
              <a:rPr lang="hu-HU" sz="2400" b="1" dirty="0" err="1"/>
              <a:t>Token</a:t>
            </a:r>
            <a:r>
              <a:rPr lang="hu-HU" sz="2400" b="1" dirty="0"/>
              <a:t> (JWT) </a:t>
            </a:r>
            <a:r>
              <a:rPr lang="hu-HU" sz="2400" dirty="0"/>
              <a:t>alapú, állapotmentes hitelesítést használ: bejelentkezéskor a szerver egy digitálisan aláírt </a:t>
            </a:r>
            <a:r>
              <a:rPr lang="hu-HU" sz="2400" dirty="0" err="1"/>
              <a:t>tokent</a:t>
            </a:r>
            <a:r>
              <a:rPr lang="hu-HU" sz="2400" dirty="0"/>
              <a:t> állít elő, amely a felhasználó azonosítóját és szerepkörét kódolja, és amelyet a kliens minden további kérésnél visszaküld. Ennek előnye, hogy a szervernek nem kell munkamenet-állapotot tárolnia — a </a:t>
            </a:r>
            <a:r>
              <a:rPr lang="hu-HU" sz="2400" dirty="0" err="1"/>
              <a:t>token</a:t>
            </a:r>
            <a:r>
              <a:rPr lang="hu-HU" sz="2400" dirty="0"/>
              <a:t> önmagában tartalmazza az ellenőrzéshez szükséges információt, és a lejárati idejét is.</a:t>
            </a:r>
          </a:p>
          <a:p>
            <a:r>
              <a:rPr lang="hu-HU" sz="2400" dirty="0"/>
              <a:t>A jelszavak biztonságos tárolásához a projekt az </a:t>
            </a:r>
            <a:r>
              <a:rPr lang="hu-HU" sz="2400" b="1" dirty="0"/>
              <a:t>ASP.NET </a:t>
            </a:r>
            <a:r>
              <a:rPr lang="hu-HU" sz="2400" b="1" dirty="0" err="1"/>
              <a:t>Core</a:t>
            </a:r>
            <a:r>
              <a:rPr lang="hu-HU" sz="2400" b="1" dirty="0"/>
              <a:t> </a:t>
            </a:r>
            <a:r>
              <a:rPr lang="hu-HU" sz="2400" b="1" dirty="0" err="1"/>
              <a:t>Identity</a:t>
            </a:r>
            <a:r>
              <a:rPr lang="hu-HU" sz="2400" b="1" dirty="0"/>
              <a:t> </a:t>
            </a:r>
            <a:r>
              <a:rPr lang="hu-HU" sz="2400" dirty="0"/>
              <a:t>keretrendszer </a:t>
            </a:r>
            <a:r>
              <a:rPr lang="hu-HU" sz="2400" dirty="0" err="1"/>
              <a:t>PasswordHasher</a:t>
            </a:r>
            <a:r>
              <a:rPr lang="hu-HU" sz="2400" dirty="0"/>
              <a:t>&lt;T&gt; osztályát használja a teljes </a:t>
            </a:r>
            <a:r>
              <a:rPr lang="hu-HU" sz="2400" dirty="0" err="1"/>
              <a:t>Identity</a:t>
            </a:r>
            <a:r>
              <a:rPr lang="hu-HU" sz="2400" dirty="0"/>
              <a:t>-rendszer bevezetése nélkül; ez egy jól tesztelt, iparági szabványnak megfelelő egyirányú </a:t>
            </a:r>
            <a:r>
              <a:rPr lang="hu-HU" sz="2400" dirty="0" err="1"/>
              <a:t>hashelő</a:t>
            </a:r>
            <a:r>
              <a:rPr lang="hu-HU" sz="2400" dirty="0"/>
              <a:t> algoritmust biztosít, sózással (</a:t>
            </a:r>
            <a:r>
              <a:rPr lang="hu-HU" sz="2400" dirty="0" err="1"/>
              <a:t>salt</a:t>
            </a:r>
            <a:r>
              <a:rPr lang="hu-HU" sz="2400" dirty="0"/>
              <a:t>) együtt, így két azonos jelszó is eltérő </a:t>
            </a:r>
            <a:r>
              <a:rPr lang="hu-HU" sz="2400" dirty="0" err="1"/>
              <a:t>hash</a:t>
            </a:r>
            <a:r>
              <a:rPr lang="hu-HU" sz="2400" dirty="0"/>
              <a:t>-értéket kap.</a:t>
            </a:r>
          </a:p>
        </p:txBody>
      </p:sp>
    </p:spTree>
    <p:extLst>
      <p:ext uri="{BB962C8B-B14F-4D97-AF65-F5344CB8AC3E}">
        <p14:creationId xmlns:p14="http://schemas.microsoft.com/office/powerpoint/2010/main" val="29150122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526</Words>
  <Application>Microsoft Office PowerPoint</Application>
  <PresentationFormat>Szélesvásznú</PresentationFormat>
  <Paragraphs>29</Paragraphs>
  <Slides>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Office-téma</vt:lpstr>
      <vt:lpstr>Raktárkezelő </vt:lpstr>
      <vt:lpstr>A program célja és felépítése</vt:lpstr>
      <vt:lpstr>Az adatbázis</vt:lpstr>
      <vt:lpstr>A tárolt információk</vt:lpstr>
      <vt:lpstr>Felhasznált technológiák a szerver oldalon</vt:lpstr>
      <vt:lpstr>Backend és adatelérés</vt:lpstr>
      <vt:lpstr>Hitelesítés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Zsolt DOBROCSI</dc:creator>
  <cp:lastModifiedBy>Zsolt DOBROCSI</cp:lastModifiedBy>
  <cp:revision>8</cp:revision>
  <dcterms:created xsi:type="dcterms:W3CDTF">2026-09-20T02:14:02Z</dcterms:created>
  <dcterms:modified xsi:type="dcterms:W3CDTF">2026-09-20T02:46:05Z</dcterms:modified>
</cp:coreProperties>
</file>